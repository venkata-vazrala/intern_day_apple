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9"/>
  </p:normalViewPr>
  <p:slideViewPr>
    <p:cSldViewPr snapToGrid="0">
      <p:cViewPr varScale="1">
        <p:scale>
          <a:sx n="109" d="100"/>
          <a:sy n="109" d="100"/>
        </p:scale>
        <p:origin x="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CC2FB-95FF-4F0F-A54F-035B70FA1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CF79F-FC2E-5990-DA7F-79A9EDA74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5EDE1-439D-98E5-DEF8-3312FC0A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0FAD-9AA2-AC45-BD8E-3927A7E74C4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F8CE3-3DC1-DB80-72C4-FF65F7FB1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4FAF2-296D-E578-990A-7FD396866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14B5E-99C6-EA4C-8443-50DB9B8B6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26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6C0B-2579-0191-D26C-EF8EA0371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B50C6-05E5-102C-A23B-72E00C461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6626F-67F9-A4A8-4005-AC636FD5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0FAD-9AA2-AC45-BD8E-3927A7E74C4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2EAE1-0D13-4980-8EB0-E44BB217B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FADB0-E47C-1AC0-5FB3-9BDB67774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14B5E-99C6-EA4C-8443-50DB9B8B6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2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1BC68-B3A2-BCDD-CA0C-2D8A4B197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815E5-4F15-4EEE-0557-9BDA2E809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8AA29-785B-FDB6-3432-24B3D8F1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0FAD-9AA2-AC45-BD8E-3927A7E74C4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7D718-005A-5D4E-4E2F-69DB25F8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F57DC-982B-18EA-E544-B04133B1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14B5E-99C6-EA4C-8443-50DB9B8B6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580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68C54-BBA3-C7DE-EDDD-8606C0127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7939A-B20C-ED82-BEC4-99AD84C7DA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0D06-FE07-727B-0681-AA0F3379F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FD0CE-AE4B-BFED-9DC4-08B0E3DEB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0FAD-9AA2-AC45-BD8E-3927A7E74C4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754BB-10A9-0FFC-A7C6-5DA681231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5F17F-EB9F-3657-D9C4-20C08188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14B5E-99C6-EA4C-8443-50DB9B8B6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0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D65F-612E-1CE5-2E01-9AFA52315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11CD3-E7EF-023A-3010-E8EDBBEA7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EDDA44-B58D-6F1B-BE46-8E5A018BF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7B1769-0321-4E5C-AE39-B75E08C73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345063-1A97-2C39-85D3-018DA3ABE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74D4E0-3CF5-D98A-CF9F-BB0FD4575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0FAD-9AA2-AC45-BD8E-3927A7E74C4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3C0F9D-7719-84E9-491F-351DB51B1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5C7F2B-01D3-C117-E86A-BC5F934D2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14B5E-99C6-EA4C-8443-50DB9B8B6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84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D4622-45FA-E031-38FF-225B4C532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FD98FB-1160-4C7D-D603-8D1E8281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0FAD-9AA2-AC45-BD8E-3927A7E74C4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B008B6-AE42-82EB-1827-22A488D67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73C80-A84C-0D7A-7745-C4BEC7C9B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14B5E-99C6-EA4C-8443-50DB9B8B6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3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57F0AF-E2A7-F88A-4CE5-F862698DA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0FAD-9AA2-AC45-BD8E-3927A7E74C4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269AC7-8F83-1B77-2420-D8716573F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A0A6A-8A6A-27C9-E29F-E87622055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14B5E-99C6-EA4C-8443-50DB9B8B6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8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ACF89-5382-AA54-BB6F-EFF3BA43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327B5-83A0-D884-3684-55F372D73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549778-4CBE-0628-2418-846CECAE0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9EB69-DD9D-99BF-BF4B-B0C12929C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0FAD-9AA2-AC45-BD8E-3927A7E74C4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D8C2B-0BDF-FE72-098C-4C2B5D6B5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95BCC-3D6F-E280-69F5-4941C0F1D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14B5E-99C6-EA4C-8443-50DB9B8B6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92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1A6F-08F2-16A0-2CD9-BA765D0A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7E6C1C-14A9-75C9-43B8-07D060862D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AA228-A759-A17A-60A9-060C6BB8F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C77E8-3C2F-09DF-D648-E17BA1ED8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0FAD-9AA2-AC45-BD8E-3927A7E74C4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F9F48-F971-063F-BB2D-38298A55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46A7C-134B-71E4-D342-C8012DD9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14B5E-99C6-EA4C-8443-50DB9B8B6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65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0D2AB-67DF-F243-0DA9-3A9A5C61C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506F0-3DFB-08B6-F9C7-D4B2F901B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9A4E5-7E3B-B98C-2771-24070D019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0FAD-9AA2-AC45-BD8E-3927A7E74C4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3029-03C4-1A03-1186-9C23DE0BD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D64B8-E062-8C4E-3603-61DA0D298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14B5E-99C6-EA4C-8443-50DB9B8B6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54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7B9F82-9587-1837-429F-8DD04C6C47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169F8-FB42-488D-8B5C-0C5FE5060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6A352-3210-27D4-985F-2F278A571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0FAD-9AA2-AC45-BD8E-3927A7E74C4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AD123-1D90-4633-6AA4-9F4336842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8B4EA-E1E3-6238-2613-93F7D095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14B5E-99C6-EA4C-8443-50DB9B8B6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30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EE08A5-3025-55CC-F32C-98D7FE2D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108C1-3EB7-4F81-65F9-1D89CB5C2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D1360-67FB-ACD4-4A04-AB3A7B5C8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A0FAD-9AA2-AC45-BD8E-3927A7E74C45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7B43B-7B3C-41B0-E3A8-281B2022E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CE726-1287-0534-051E-91FA2080B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14B5E-99C6-EA4C-8443-50DB9B8B65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26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163F0-A59C-C3A2-140A-90479A56F4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BC3CB-3CCB-4B02-0C5F-1161C244CF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253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Gunasekhar V</dc:creator>
  <cp:lastModifiedBy>Venkata Gunasekhar V</cp:lastModifiedBy>
  <cp:revision>1</cp:revision>
  <dcterms:created xsi:type="dcterms:W3CDTF">2025-11-12T11:21:39Z</dcterms:created>
  <dcterms:modified xsi:type="dcterms:W3CDTF">2025-11-12T11:21:57Z</dcterms:modified>
</cp:coreProperties>
</file>